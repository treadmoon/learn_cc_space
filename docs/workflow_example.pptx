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48CAE4">
              <a:alpha val="8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端到端工作流示例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完整任务模拟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知识召回 → 持久化任务 → 子任务派生 → 团队协作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后台任务 → 定时调度 → 文件操作 → 工具调用链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1463040" cy="777240"/>
          </a:xfrm>
          <a:prstGeom prst="rect">
            <a:avLst/>
          </a:prstGeom>
          <a:solidFill>
            <a:srgbClr val="1A2E42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4041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Phase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315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知识召回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任务规划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4023360"/>
            <a:ext cx="1463040" cy="777240"/>
          </a:xfrm>
          <a:prstGeom prst="rect">
            <a:avLst/>
          </a:prstGeom>
          <a:solidFill>
            <a:srgbClr val="1A2E42"/>
          </a:solidFill>
          <a:ln w="2540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86000" y="4041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8CAE4"/>
                </a:solidFill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4315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子任务派生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团队协作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0" y="4023360"/>
            <a:ext cx="1463040" cy="777240"/>
          </a:xfrm>
          <a:prstGeom prst="rect">
            <a:avLst/>
          </a:prstGeom>
          <a:solidFill>
            <a:srgbClr val="1A2E42"/>
          </a:solidFill>
          <a:ln w="254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0" y="4041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703"/>
                </a:solidFill>
              </a:rPr>
              <a:t>Phase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4315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后台任务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定时调度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94960" y="4023360"/>
            <a:ext cx="1463040" cy="777240"/>
          </a:xfrm>
          <a:prstGeom prst="rect">
            <a:avLst/>
          </a:prstGeom>
          <a:solidFill>
            <a:srgbClr val="1A2E42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94960" y="4041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Phase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4315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集成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构建验证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49440" y="4023360"/>
            <a:ext cx="1463040" cy="777240"/>
          </a:xfrm>
          <a:prstGeom prst="rect">
            <a:avLst/>
          </a:prstGeom>
          <a:solidFill>
            <a:srgbClr val="1A2E42"/>
          </a:solidFill>
          <a:ln w="254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4041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76F"/>
                </a:solidFill>
              </a:rPr>
              <a:t>Phase 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4315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完成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</a:rPr>
              <a:t>知识沉淀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背景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场景设定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一个真实的 Agent 编码任务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228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00200"/>
            <a:ext cx="8412480" cy="1234440"/>
          </a:xfrm>
          <a:prstGeom prst="rect">
            <a:avLst/>
          </a:prstGeom>
          <a:solidFill>
            <a:srgbClr val="1A2E4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00200"/>
            <a:ext cx="64008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💬  用户指令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帮我为这个项目实现一个 WebSocket 实时推送功能，替代当前的 2 秒轮询机制。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需要：① 参考现有 SSE 实现  ② 后端 WebSocket 服务端  ③ 前端 Hook  ④ 编写测试  ⑤ 跑通构建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1920240" cy="1371600"/>
          </a:xfrm>
          <a:prstGeom prst="rect">
            <a:avLst/>
          </a:prstGeom>
          <a:solidFill>
            <a:srgbClr val="1A2E4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17520"/>
            <a:ext cx="1920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RAG 知识召回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930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先检索，再理解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现有 SSE 实现模式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3017520"/>
            <a:ext cx="1920240" cy="1371600"/>
          </a:xfrm>
          <a:prstGeom prst="rect">
            <a:avLst/>
          </a:prstGeom>
          <a:solidFill>
            <a:srgbClr val="1A2E42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377440" y="3017520"/>
            <a:ext cx="1920240" cy="6400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31089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</a:rPr>
              <a:t>持久化任务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34930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5 个任务，带依赖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关系自动解锁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017520"/>
            <a:ext cx="1920240" cy="1371600"/>
          </a:xfrm>
          <a:prstGeom prst="rect">
            <a:avLst/>
          </a:prstGeom>
          <a:solidFill>
            <a:srgbClr val="1A2E42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3017520"/>
            <a:ext cx="1920240" cy="640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1089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</a:rPr>
              <a:t>多 Agent 协作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34930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ws-engineer + tester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并行分工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017520"/>
            <a:ext cx="1920240" cy="1371600"/>
          </a:xfrm>
          <a:prstGeom prst="rect">
            <a:avLst/>
          </a:prstGeom>
          <a:solidFill>
            <a:srgbClr val="1A2E4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3017520"/>
            <a:ext cx="192024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1089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后台任务 &amp; Cron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349300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测试/构建后台跑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</a:rPr>
              <a:t>不阻塞主流程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90A8"/>
                </a:solidFill>
              </a:rPr>
              <a:t>RAG 知识召回  →  持久化任务  →  子任务派生  →  团队协作  →  后台任务  →  定时调度  →  文件操作  →  工具调用链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 — 知识召回 + 任务规划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1.1  RAG 检索现有 SSE 实现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228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54480"/>
            <a:ext cx="1554480" cy="1828800"/>
          </a:xfrm>
          <a:prstGeom prst="rect">
            <a:avLst/>
          </a:prstGeom>
          <a:solidFill>
            <a:srgbClr val="1A2E4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62763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" y="214884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Embed 查询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2514600"/>
            <a:ext cx="1435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调用 text-embedding-v3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将查询转为 1536 维浮点向量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74520" y="2468880"/>
            <a:ext cx="64008" cy="0"/>
          </a:xfrm>
          <a:prstGeom prst="line">
            <a:avLst/>
          </a:prstGeom>
          <a:noFill/>
          <a:ln w="19050">
            <a:solidFill>
              <a:srgbClr val="7090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56232" y="23408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090A8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93392" y="1554480"/>
            <a:ext cx="1554480" cy="1828800"/>
          </a:xfrm>
          <a:prstGeom prst="rect">
            <a:avLst/>
          </a:prstGeom>
          <a:solidFill>
            <a:srgbClr val="1A2E42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42032" y="1627632"/>
            <a:ext cx="457200" cy="45720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57400" y="214884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8CAE4"/>
                </a:solidFill>
              </a:rPr>
              <a:t>向量余弦相似度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2514600"/>
            <a:ext cx="1435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遍历全部 50 个 chunks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计算 cosine similarity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93592" y="2468880"/>
            <a:ext cx="64008" cy="0"/>
          </a:xfrm>
          <a:prstGeom prst="line">
            <a:avLst/>
          </a:prstGeom>
          <a:noFill/>
          <a:ln w="19050">
            <a:solidFill>
              <a:srgbClr val="7090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75304" y="23408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090A8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12464" y="1554480"/>
            <a:ext cx="1554480" cy="1828800"/>
          </a:xfrm>
          <a:prstGeom prst="rect">
            <a:avLst/>
          </a:prstGeom>
          <a:solidFill>
            <a:srgbClr val="1A2E42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61104" y="1627632"/>
            <a:ext cx="457200" cy="4572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61104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76472" y="214884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</a:rPr>
              <a:t>BM25 关键词评分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76472" y="2514600"/>
            <a:ext cx="1435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tokenize + IDF/TF_norm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精确关键词匹配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12664" y="2468880"/>
            <a:ext cx="64008" cy="0"/>
          </a:xfrm>
          <a:prstGeom prst="line">
            <a:avLst/>
          </a:prstGeom>
          <a:noFill/>
          <a:ln w="19050">
            <a:solidFill>
              <a:srgbClr val="7090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94376" y="23408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090A8"/>
                </a:solidFill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31536" y="1554480"/>
            <a:ext cx="1554480" cy="1828800"/>
          </a:xfrm>
          <a:prstGeom prst="rect">
            <a:avLst/>
          </a:prstGeom>
          <a:solidFill>
            <a:srgbClr val="1A2E4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0176" y="1627632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017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95544" y="214884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归一化 + 分数融合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95544" y="2514600"/>
            <a:ext cx="1435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向量 0.7 + BM25 0.3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加权融合 combined score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31736" y="2468880"/>
            <a:ext cx="64008" cy="0"/>
          </a:xfrm>
          <a:prstGeom prst="line">
            <a:avLst/>
          </a:prstGeom>
          <a:noFill/>
          <a:ln w="19050">
            <a:solidFill>
              <a:srgbClr val="7090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13448" y="23408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090A8"/>
                </a:solidFill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150608" y="1554480"/>
            <a:ext cx="1554480" cy="1828800"/>
          </a:xfrm>
          <a:prstGeom prst="rect">
            <a:avLst/>
          </a:prstGeom>
          <a:solidFill>
            <a:srgbClr val="1A2E42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99248" y="1627632"/>
            <a:ext cx="457200" cy="45720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9924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14616" y="214884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76F"/>
                </a:solidFill>
              </a:rPr>
              <a:t>排序取 Top-K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14616" y="2514600"/>
            <a:ext cx="1435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按 combined score 降序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输出 top 5 相关 chunks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3520440"/>
            <a:ext cx="8595360" cy="137160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3520440"/>
            <a:ext cx="859536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✅  检索结果 (Top 5)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" y="38862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</a:rPr>
              <a:t>[1] src/app/api/chat/route.ts  (0.92) — SSE 流开启 → Agent 循环 → sendEvent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</a:rPr>
              <a:t>[2] src/components/ChatPanel.tsx (0.87) — EventSource 监听 SSE 事件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</a:rPr>
              <a:t>[3] docs/TECHNICAL_DESIGN.md   (0.81) — SSE 协议: state | log | message | done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</a:rPr>
              <a:t>[4] src/app/api/state/route.ts  (0.76) — ETag 轮询, 2 秒间隔, 条件请求 304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</a:rPr>
              <a:t>[5] src/app/page.tsx            (0.71) — useEffect setInterval 2s, fetch /api/state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 — 创建持久化任务体系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1.2  建立任务依赖关系图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228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00200"/>
            <a:ext cx="1508760" cy="2194560"/>
          </a:xfrm>
          <a:prstGeom prst="rect">
            <a:avLst/>
          </a:prstGeom>
          <a:solidFill>
            <a:srgbClr val="1A2E4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00200"/>
            <a:ext cx="150876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459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#1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1938528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WS 服务端实现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233172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基于 ws 库创建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/api/ws 路由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2871216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03"/>
                </a:solidFill>
              </a:rPr>
              <a:t>blockedBy: 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310896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CAE4"/>
                </a:solidFill>
              </a:rPr>
              <a:t>blocks: #2, #3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01952" y="1600200"/>
            <a:ext cx="1508760" cy="2194560"/>
          </a:xfrm>
          <a:prstGeom prst="rect">
            <a:avLst/>
          </a:prstGeom>
          <a:solidFill>
            <a:srgbClr val="1A2E42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01952" y="1600200"/>
            <a:ext cx="1508760" cy="457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47672" y="16459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</a:rPr>
              <a:t>#2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75104" y="1938528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useWebSocket Hook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75104" y="233172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替代 setInterval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轮询，监听 WS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75104" y="2871216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03"/>
                </a:solidFill>
              </a:rPr>
              <a:t>blockedBy: #1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75104" y="310896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CAE4"/>
                </a:solidFill>
              </a:rPr>
              <a:t>blocks: #4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29584" y="1600200"/>
            <a:ext cx="1508760" cy="2194560"/>
          </a:xfrm>
          <a:prstGeom prst="rect">
            <a:avLst/>
          </a:prstGeom>
          <a:solidFill>
            <a:srgbClr val="1A2E42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29584" y="1600200"/>
            <a:ext cx="1508760" cy="45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75304" y="16459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</a:rPr>
              <a:t>#3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02736" y="1938528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单元测试编写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02736" y="233172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WS 服务端测试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+ Hook 测试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02736" y="2871216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03"/>
                </a:solidFill>
              </a:rPr>
              <a:t>blockedBy: #1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02736" y="310896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CAE4"/>
                </a:solidFill>
              </a:rPr>
              <a:t>blocks: #5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57216" y="1600200"/>
            <a:ext cx="1508760" cy="2194560"/>
          </a:xfrm>
          <a:prstGeom prst="rect">
            <a:avLst/>
          </a:prstGeom>
          <a:solidFill>
            <a:srgbClr val="1A2E4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157216" y="1600200"/>
            <a:ext cx="150876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02936" y="16459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#4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30368" y="1938528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集成替换轮询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0368" y="233172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移除 setInterval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接入 useWebSocket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30368" y="2871216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03"/>
                </a:solidFill>
              </a:rPr>
              <a:t>blockedBy: #1,#2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30368" y="310896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CAE4"/>
                </a:solidFill>
              </a:rPr>
              <a:t>blocks: #5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84848" y="1600200"/>
            <a:ext cx="1508760" cy="2194560"/>
          </a:xfrm>
          <a:prstGeom prst="rect">
            <a:avLst/>
          </a:prstGeom>
          <a:solidFill>
            <a:srgbClr val="1A2E42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84848" y="1600200"/>
            <a:ext cx="150876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0568" y="16459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</a:rPr>
              <a:t>#5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0" y="1938528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构建验证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2331720"/>
            <a:ext cx="1399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pnpm build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TypeScript 编译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0" y="2871216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03"/>
                </a:solidFill>
              </a:rPr>
              <a:t>blockedBy: #3,#4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0" y="3108960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CAE4"/>
                </a:solidFill>
              </a:rPr>
              <a:t>blocks: —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913632"/>
            <a:ext cx="8595360" cy="987552"/>
          </a:xfrm>
          <a:prstGeom prst="rect">
            <a:avLst/>
          </a:prstGeom>
          <a:solidFill>
            <a:srgbClr val="1A2E42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959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任务依赖关系：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 WS服务端  →  #2 Hook  →  #4 集成替换  →  #5 构建验证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└→  #3 测试 ──────────────────────↗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— 子任务派生 + 团队协作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2.1~2.3  并行派发给两个子 Agent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228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600200"/>
            <a:ext cx="2743200" cy="777240"/>
          </a:xfrm>
          <a:prstGeom prst="rect">
            <a:avLst/>
          </a:prstGeom>
          <a:solidFill>
            <a:srgbClr val="1A2E42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🤖  主 Agent (Lead)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bash (cat SSE代码) → team_spawn ×2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2377440"/>
            <a:ext cx="0" cy="36576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2377440"/>
            <a:ext cx="0" cy="36576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743200"/>
            <a:ext cx="2194560" cy="0"/>
          </a:xfrm>
          <a:prstGeom prst="line">
            <a:avLst/>
          </a:prstGeom>
          <a:noFill/>
          <a:ln w="19050">
            <a:solidFill>
              <a:srgbClr val="7090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43200"/>
            <a:ext cx="3657600" cy="2103120"/>
          </a:xfrm>
          <a:prstGeom prst="rect">
            <a:avLst/>
          </a:prstGeom>
          <a:solidFill>
            <a:srgbClr val="1A2E4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43200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980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🔧  ws-engineer (独立窗口)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154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▸ read_file → 了解 SSE sendEvent 模式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4198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▸ knowledge_search → ws 库 API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685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▸ write_file → src/app/api/ws/route.ts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39502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▸ bash → pnpm add ws (安装依赖)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215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▸ write_file → src/lib/ws-broadcaster.ts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480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</a:rPr>
              <a:t>▸ inbox → 写入完成结果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12080" y="2743200"/>
            <a:ext cx="3657600" cy="2103120"/>
          </a:xfrm>
          <a:prstGeom prst="rect">
            <a:avLst/>
          </a:prstGeom>
          <a:solidFill>
            <a:srgbClr val="1A2E42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12080" y="2743200"/>
            <a:ext cx="3657600" cy="45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27980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</a:rPr>
              <a:t>🧪  tester (独立窗口)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1546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▸ read_file → 了解现有测试结构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49240" y="34655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▸ bash → ls src/**/*.test.ts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49240" y="3776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▸ write_file → ws-broadcaster.test.ts (3 cases)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49240" y="40873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▸ write_file → useWebSocket.test.ts (4 cases)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49240" y="43982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</a:rPr>
              <a:t>▸ inbox → 写入测试完成结果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931920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76F"/>
                </a:solidFill>
              </a:rPr>
              <a:t>⚡ 并行执行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 — 后台任务 + 定时调度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3.1~3.4  测试后台跑，主 Agent 继续工作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228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00200"/>
            <a:ext cx="4023360" cy="3200400"/>
          </a:xfrm>
          <a:prstGeom prst="rect">
            <a:avLst/>
          </a:prstGeom>
          <a:solidFill>
            <a:srgbClr val="1A2E42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00200"/>
            <a:ext cx="4023360" cy="45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</a:rPr>
              <a:t>🚀  后台任务 (BG_MGR)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调用 background_run (pnpm test --run)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27685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tid = 'a1b2c3d4' 子进程启动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54203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主 Agent 不等待，继续写 useWebSocket.ts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80720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07238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测试完成: ✓ 7 passed, 0 failed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3375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BG_MGR.notifications.push()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60273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下次 drain() 注入 &lt;background-results&gt;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86791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1330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调用 background_run (pnpm build)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3982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tid = 'i9j0k1l2' 构建后台启动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1600200"/>
            <a:ext cx="4297680" cy="1645920"/>
          </a:xfrm>
          <a:prstGeom prst="rect">
            <a:avLst/>
          </a:prstGeom>
          <a:solidFill>
            <a:srgbClr val="1A2E42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600200"/>
            <a:ext cx="429768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6459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</a:rPr>
              <a:t>⏰  定时调度 (CRON_MGR)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20116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▸ cron_schedule: ws-health-check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24942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▸ 间隔: 30000ms (30秒)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24871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▸ 命令: curl localhost:3000/api/ws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160" y="272491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▸ 委托 BG_MGR.run() 执行检查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296265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▸ 每次结果注入 drain 通知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3383280"/>
            <a:ext cx="4297680" cy="1417320"/>
          </a:xfrm>
          <a:prstGeom prst="rect">
            <a:avLst/>
          </a:prstGeom>
          <a:solidFill>
            <a:srgbClr val="1A2E4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3383280"/>
            <a:ext cx="429768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429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📬  通知 Drain 机制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37947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消费者1: Agent循环 → drain() → 注入 &lt;background-results&gt; 消息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消费者2: State API → drain() → 推送给 UI 客户端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保证通知不丢失，两个消费者至少一个收到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 — 集成 + 构建验证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4.1~4.3  替换轮询，后台构建，压缩上下文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228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00200"/>
            <a:ext cx="4023360" cy="201168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00200"/>
            <a:ext cx="64008" cy="20116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00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🔄  Step 4.1 — 集成替换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947672"/>
            <a:ext cx="37947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</a:rPr>
              <a:t>read_file → 定位 page.tsx 轮询代码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</a:rPr>
              <a:t>edit_file → 注释掉 setInterval 2s 轮询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</a:rPr>
              <a:t>import useWebSocket Hook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</a:rPr>
              <a:t>useWebSocket((data) =&gt; { ... }) 接管状态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</a:rPr>
              <a:t>task_update({ id: 4, status: 'completed' })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1600200"/>
            <a:ext cx="4297680" cy="2011680"/>
          </a:xfrm>
          <a:prstGeom prst="rect">
            <a:avLst/>
          </a:prstGeom>
          <a:solidFill>
            <a:srgbClr val="1A2E42"/>
          </a:solidFill>
          <a:ln w="12700">
            <a:solidFill>
              <a:srgbClr val="1E3A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600200"/>
            <a:ext cx="64008" cy="20116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002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</a:rPr>
              <a:t>🏗️  Step 4.2 — 后台构建验证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1947672"/>
            <a:ext cx="40690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</a:rPr>
              <a:t>background_run('pnpm build 2&gt;&amp;1', timeout: 300)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</a:rPr>
              <a:t>tid = 'i9j0k1l2' → 后台启动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</a:rPr>
              <a:t>Agent 不阻塞，同时调用 compress()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</a:rPr>
              <a:t>压缩历史工具调用，保留最近 4 条消息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</a:rPr>
              <a:t>read_file 结果保留不压缩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1A2E4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49040"/>
            <a:ext cx="859536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✅  构建成功 — BG_MGR callback 触发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Compiled successfully    Route: /   5.2kB  |  /api/chat  |  /api/ws  |  /api/state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drain() → 注入 &lt;background-results&gt; → LLM 看到成功 → task_update(#5, completed) → 最终回复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5 — 完成 + 知识沉淀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5.1~5.3  ingest → artifact → 最终回复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228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00200"/>
            <a:ext cx="2651760" cy="2743200"/>
          </a:xfrm>
          <a:prstGeom prst="rect">
            <a:avLst/>
          </a:prstGeom>
          <a:solidFill>
            <a:srgbClr val="1A2E4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00200"/>
            <a:ext cx="265176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📥  知识库导入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90A8"/>
                </a:solidFill>
              </a:rPr>
              <a:t>knowledge_ingest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▸ src/app/api/ws/route.ts → 3 chunks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▸ src/hooks/useWebSocket.ts → 2 chunks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▸ 共 5 个新 chunk 导入向量库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▸ 下次遇到 WS 相关任务直接命中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72968" y="1600200"/>
            <a:ext cx="2651760" cy="2743200"/>
          </a:xfrm>
          <a:prstGeom prst="rect">
            <a:avLst/>
          </a:prstGeom>
          <a:solidFill>
            <a:srgbClr val="1A2E42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1600200"/>
            <a:ext cx="2651760" cy="457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</a:rPr>
              <a:t>🗃️  制品归档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64408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90A8"/>
                </a:solidFill>
              </a:rPr>
              <a:t>artifact_save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64408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▸ taskId: 1 → .artifacts/task_1_ws-route.ts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64408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▸ 代码实现永久归档可追溯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64408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▸ 关联任务 ID 便于审计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64408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▸ 完整可追溯链路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71616" y="1600200"/>
            <a:ext cx="2651760" cy="2743200"/>
          </a:xfrm>
          <a:prstGeom prst="rect">
            <a:avLst/>
          </a:prstGeom>
          <a:solidFill>
            <a:srgbClr val="1A2E4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71616" y="1600200"/>
            <a:ext cx="265176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💬  最终回复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63056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90A8"/>
                </a:solidFill>
              </a:rPr>
              <a:t>SSE message 事件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63056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▸ 新增: ws/route.ts, ws-broadcaster.ts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63056" y="2743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▸ 新增: useWebSocket.ts, ×2 测试文件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63056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▸ 修改: page.tsx (替换 2s 轮询)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63056" y="3657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▸ 测试: 7 passed  |  构建: ✓ Success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507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CAE4"/>
                </a:solidFill>
              </a:rPr>
              <a:t>💡  知识闭环：先检索 RAG → 理解执行 → 再 ingest 新实现 → 下次任务可直接命中，形成正反馈循环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时序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完整调用链时序图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各角色并行协作全景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228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554480"/>
            <a:ext cx="731520" cy="329184"/>
          </a:xfrm>
          <a:prstGeom prst="rect">
            <a:avLst/>
          </a:prstGeom>
          <a:solidFill>
            <a:srgbClr val="1A2E4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5544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用户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883664"/>
            <a:ext cx="0" cy="3017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554480" y="1554480"/>
            <a:ext cx="731520" cy="329184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15544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主Agent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20240" y="1883664"/>
            <a:ext cx="0" cy="301752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926080" y="1554480"/>
            <a:ext cx="731520" cy="329184"/>
          </a:xfrm>
          <a:prstGeom prst="rect">
            <a:avLst/>
          </a:prstGeom>
          <a:solidFill>
            <a:srgbClr val="1A2E42"/>
          </a:solidFill>
          <a:ln w="1270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26080" y="15544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8CAE4"/>
                </a:solidFill>
              </a:rPr>
              <a:t>ws-engineer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1883664"/>
            <a:ext cx="0" cy="3017520"/>
          </a:xfrm>
          <a:prstGeom prst="line">
            <a:avLst/>
          </a:prstGeom>
          <a:noFill/>
          <a:ln w="12700">
            <a:solidFill>
              <a:srgbClr val="48CAE4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297680" y="1554480"/>
            <a:ext cx="731520" cy="329184"/>
          </a:xfrm>
          <a:prstGeom prst="rect">
            <a:avLst/>
          </a:prstGeom>
          <a:solidFill>
            <a:srgbClr val="1A2E42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97680" y="15544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703"/>
                </a:solidFill>
              </a:rPr>
              <a:t>tester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883664"/>
            <a:ext cx="0" cy="3017520"/>
          </a:xfrm>
          <a:prstGeom prst="line">
            <a:avLst/>
          </a:prstGeom>
          <a:noFill/>
          <a:ln w="12700">
            <a:solidFill>
              <a:srgbClr val="FFB703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669280" y="1554480"/>
            <a:ext cx="731520" cy="329184"/>
          </a:xfrm>
          <a:prstGeom prst="rect">
            <a:avLst/>
          </a:prstGeom>
          <a:solidFill>
            <a:srgbClr val="1A2E4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0" y="15544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BG_MGR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1883664"/>
            <a:ext cx="0" cy="3017520"/>
          </a:xfrm>
          <a:prstGeom prst="line">
            <a:avLst/>
          </a:prstGeom>
          <a:noFill/>
          <a:ln w="12700">
            <a:solidFill>
              <a:srgbClr val="06D6A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040880" y="1554480"/>
            <a:ext cx="731520" cy="329184"/>
          </a:xfrm>
          <a:prstGeom prst="rect">
            <a:avLst/>
          </a:prstGeom>
          <a:solidFill>
            <a:srgbClr val="1A2E42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40880" y="15544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76F"/>
                </a:solidFill>
              </a:rPr>
              <a:t>CRON_MGR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06640" y="1883664"/>
            <a:ext cx="0" cy="3017520"/>
          </a:xfrm>
          <a:prstGeom prst="line">
            <a:avLst/>
          </a:prstGeom>
          <a:noFill/>
          <a:ln w="12700">
            <a:solidFill>
              <a:srgbClr val="EF476F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4360" y="2057400"/>
            <a:ext cx="132588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1856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发送消息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828800" y="2194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⟳  knowledge_search → knowledge召回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828800" y="24688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⟳  task_create ×5, TodoWrite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20240" y="2880360"/>
            <a:ext cx="1371600" cy="0"/>
          </a:xfrm>
          <a:prstGeom prst="line">
            <a:avLst/>
          </a:prstGeom>
          <a:noFill/>
          <a:ln w="15240">
            <a:solidFill>
              <a:srgbClr val="48CA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74520" y="2679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</a:rPr>
              <a:t>team_spawn: ws-engineer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920240" y="2880360"/>
            <a:ext cx="2743200" cy="0"/>
          </a:xfrm>
          <a:prstGeom prst="line">
            <a:avLst/>
          </a:prstGeom>
          <a:noFill/>
          <a:ln w="15240">
            <a:solidFill>
              <a:srgbClr val="FFB70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74520" y="26791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703"/>
                </a:solidFill>
              </a:rPr>
              <a:t>team_spawn: tester (并行)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91840" y="3154680"/>
            <a:ext cx="2743200" cy="0"/>
          </a:xfrm>
          <a:prstGeom prst="line">
            <a:avLst/>
          </a:prstGeom>
          <a:noFill/>
          <a:ln w="15240">
            <a:solidFill>
              <a:srgbClr val="48CA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29535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8CAE4"/>
                </a:solidFill>
              </a:rPr>
              <a:t>ws-engineer: read/write/bash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63440" y="3154680"/>
            <a:ext cx="1371600" cy="0"/>
          </a:xfrm>
          <a:prstGeom prst="line">
            <a:avLst/>
          </a:prstGeom>
          <a:noFill/>
          <a:ln w="15240">
            <a:solidFill>
              <a:srgbClr val="FFB70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29535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703"/>
                </a:solidFill>
              </a:rPr>
              <a:t>tester: read/bash/write ×2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920240" y="3429000"/>
            <a:ext cx="4114800" cy="0"/>
          </a:xfrm>
          <a:prstGeom prst="line">
            <a:avLst/>
          </a:prstGeom>
          <a:noFill/>
          <a:ln w="15240">
            <a:solidFill>
              <a:srgbClr val="06D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74520" y="32278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D6A0"/>
                </a:solidFill>
              </a:rPr>
              <a:t>background_run (pnpm test)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828800" y="3566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⟳  write Hook + edit_file (集成)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920240" y="3977640"/>
            <a:ext cx="4114800" cy="0"/>
          </a:xfrm>
          <a:prstGeom prst="line">
            <a:avLst/>
          </a:prstGeom>
          <a:noFill/>
          <a:ln w="15240">
            <a:solidFill>
              <a:srgbClr val="FFB70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74520" y="37764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703"/>
                </a:solidFill>
              </a:rPr>
              <a:t>background_run (pnpm build)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920240" y="4251960"/>
            <a:ext cx="4114800" cy="0"/>
          </a:xfrm>
          <a:prstGeom prst="line">
            <a:avLst/>
          </a:prstGeom>
          <a:noFill/>
          <a:ln w="1524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74520" y="40507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D6A0"/>
                </a:solidFill>
              </a:rPr>
              <a:t>drain: 测试7 passed, 构建✓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920240" y="4526280"/>
            <a:ext cx="5486400" cy="0"/>
          </a:xfrm>
          <a:prstGeom prst="line">
            <a:avLst/>
          </a:prstGeom>
          <a:noFill/>
          <a:ln w="15240">
            <a:solidFill>
              <a:srgbClr val="EF476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74520" y="432511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76F"/>
                </a:solidFill>
              </a:rPr>
              <a:t>cron_schedule: ws-health-check (30s)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汇总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系统交互汇总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各系统在本案例中的角色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228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572768"/>
            <a:ext cx="1828800" cy="329184"/>
          </a:xfrm>
          <a:prstGeom prst="rect">
            <a:avLst/>
          </a:prstGeom>
          <a:solidFill>
            <a:srgbClr val="00B4D8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5727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系统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1572768"/>
            <a:ext cx="1463040" cy="329184"/>
          </a:xfrm>
          <a:prstGeom prst="rect">
            <a:avLst/>
          </a:prstGeom>
          <a:solidFill>
            <a:srgbClr val="00B4D8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67128" y="1572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使用时机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1572768"/>
            <a:ext cx="1920240" cy="329184"/>
          </a:xfrm>
          <a:prstGeom prst="rect">
            <a:avLst/>
          </a:prstGeom>
          <a:solidFill>
            <a:srgbClr val="00B4D8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5888" y="1572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工具/方法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572768"/>
            <a:ext cx="3108960" cy="329184"/>
          </a:xfrm>
          <a:prstGeom prst="rect">
            <a:avLst/>
          </a:prstGeom>
          <a:solidFill>
            <a:srgbClr val="00B4D8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41848" y="15727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作用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1901952"/>
            <a:ext cx="182880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19019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</a:rPr>
              <a:t>RAG 知识召回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03120" y="1901952"/>
            <a:ext cx="146304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67128" y="1901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Phase 1 开始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11880" y="1901952"/>
            <a:ext cx="192024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5888" y="19019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knowledge_search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77840" y="1901952"/>
            <a:ext cx="310896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41848" y="19019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检索 SSE 实现作为参考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2231136"/>
            <a:ext cx="182880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22311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</a:rPr>
              <a:t>RAG 知识沉淀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03120" y="2231136"/>
            <a:ext cx="146304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67128" y="22311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Phase 5 结束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11880" y="2231136"/>
            <a:ext cx="192024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75888" y="22311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knowledge_ingest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0" y="2231136"/>
            <a:ext cx="310896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41848" y="22311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将新实现导入知识库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2560320"/>
            <a:ext cx="182880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" y="25603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</a:rPr>
              <a:t>持久化任务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103120" y="2560320"/>
            <a:ext cx="146304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67128" y="2560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Phase 1~4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11880" y="2560320"/>
            <a:ext cx="192024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75888" y="2560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task_create / update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77840" y="2560320"/>
            <a:ext cx="310896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41848" y="25603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创建任务体系 + 状态跟踪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" y="2889504"/>
            <a:ext cx="182880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" y="28895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</a:rPr>
              <a:t>子任务派生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103120" y="2889504"/>
            <a:ext cx="146304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67128" y="28895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Phase 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11880" y="2889504"/>
            <a:ext cx="192024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5888" y="28895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TeammateManager.spawn()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77840" y="2889504"/>
            <a:ext cx="310896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41848" y="28895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派生 ws-engineer / tester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28600" y="3218688"/>
            <a:ext cx="182880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" y="32186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</a:rPr>
              <a:t>团队协作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103120" y="3218688"/>
            <a:ext cx="146304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67128" y="32186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Phase 2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11880" y="3218688"/>
            <a:ext cx="192024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75888" y="3218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MessageBus (inbox)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577840" y="3218688"/>
            <a:ext cx="310896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41848" y="32186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子 Agent 写入结果 → 主 Agent 读取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28600" y="3547872"/>
            <a:ext cx="182880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2608" y="35478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</a:rPr>
              <a:t>后台任务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103120" y="3547872"/>
            <a:ext cx="146304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67128" y="35478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Phase 3~4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11880" y="3547872"/>
            <a:ext cx="192024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75888" y="3547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background_run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577840" y="3547872"/>
            <a:ext cx="310896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41848" y="35478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测试/构建后台跑，不阻塞主流程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28600" y="3877056"/>
            <a:ext cx="182880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2608" y="38770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</a:rPr>
              <a:t>通知 Drain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103120" y="3877056"/>
            <a:ext cx="146304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67128" y="38770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Phase 3~4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11880" y="3877056"/>
            <a:ext cx="192024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75888" y="38770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BG_MGR.drain()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577840" y="3877056"/>
            <a:ext cx="310896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41848" y="38770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测试/构建结果注入 Agent 上下文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228600" y="4206240"/>
            <a:ext cx="182880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2608" y="42062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</a:rPr>
              <a:t>定时调度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103120" y="4206240"/>
            <a:ext cx="146304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167128" y="42062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Phase 3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611880" y="4206240"/>
            <a:ext cx="192024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75888" y="42062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cron_schedule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577840" y="4206240"/>
            <a:ext cx="310896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41848" y="42062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30s 健康检查 WebSocket 连接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28600" y="4535424"/>
            <a:ext cx="182880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92608" y="45354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</a:rPr>
              <a:t>上下文压缩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103120" y="4535424"/>
            <a:ext cx="146304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167128" y="4535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Phase 4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611880" y="4535424"/>
            <a:ext cx="192024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75888" y="45354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compress()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577840" y="4535424"/>
            <a:ext cx="3108960" cy="329184"/>
          </a:xfrm>
          <a:prstGeom prst="rect">
            <a:avLst/>
          </a:prstGeom>
          <a:solidFill>
            <a:srgbClr val="1A2E42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641848" y="45354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清理冗余历史，保留关键信息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28600" y="4864608"/>
            <a:ext cx="182880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92608" y="48646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CAE4"/>
                </a:solidFill>
              </a:rPr>
              <a:t>SSE 流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103120" y="4864608"/>
            <a:ext cx="146304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167128" y="48646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全程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611880" y="4864608"/>
            <a:ext cx="192024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675888" y="48646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SSE events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5577840" y="4864608"/>
            <a:ext cx="3108960" cy="329184"/>
          </a:xfrm>
          <a:prstGeom prst="rect">
            <a:avLst/>
          </a:prstGeom>
          <a:solidFill>
            <a:srgbClr val="122030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641848" y="48646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</a:rPr>
              <a:t>实时推送状态/日志/消息给客户端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9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原则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设计要点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六大核心设计原则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228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00200"/>
            <a:ext cx="2743200" cy="1508760"/>
          </a:xfrm>
          <a:prstGeom prst="rect">
            <a:avLst/>
          </a:prstGeom>
          <a:solidFill>
            <a:srgbClr val="1A2E42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0020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91640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7099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并行优先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" y="2148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子 Agent 并行执行 (ws-engineer + tester 同时工作)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后台任务不阻塞主 Agent 主流程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600200"/>
            <a:ext cx="2743200" cy="1508760"/>
          </a:xfrm>
          <a:prstGeom prst="rect">
            <a:avLst/>
          </a:prstGeom>
          <a:solidFill>
            <a:srgbClr val="1A2E42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600200"/>
            <a:ext cx="2743200" cy="457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1691640"/>
            <a:ext cx="402336" cy="402336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17099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</a:rPr>
              <a:t>通知不丢失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10128" y="2148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drain 机制保证两个消费者至少一个收到通知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ETag 缓存不影响通知投递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600200"/>
            <a:ext cx="2743200" cy="1508760"/>
          </a:xfrm>
          <a:prstGeom prst="rect">
            <a:avLst/>
          </a:prstGeom>
          <a:solidFill>
            <a:srgbClr val="1A2E42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600200"/>
            <a:ext cx="2743200" cy="45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6208" y="1691640"/>
            <a:ext cx="402336" cy="40233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17099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</a:rPr>
              <a:t>上下文隔离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36208" y="2148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子 Agent 独立窗口，不污染主 Agent 上下文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结果按需注入，精准控制信息量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273552"/>
            <a:ext cx="2743200" cy="1508760"/>
          </a:xfrm>
          <a:prstGeom prst="rect">
            <a:avLst/>
          </a:prstGeom>
          <a:solidFill>
            <a:srgbClr val="1A2E42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273552"/>
            <a:ext cx="274320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364992"/>
            <a:ext cx="402336" cy="40233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3383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知识循环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4048" y="382219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先检索 (RAG) → 执行 → 再沉淀 (ingest)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形成知识正反馈闭环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0" y="3273552"/>
            <a:ext cx="2743200" cy="1508760"/>
          </a:xfrm>
          <a:prstGeom prst="rect">
            <a:avLst/>
          </a:prstGeom>
          <a:solidFill>
            <a:srgbClr val="1A2E42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3273552"/>
            <a:ext cx="27432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10128" y="3364992"/>
            <a:ext cx="402336" cy="402336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94760" y="3383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</a:rPr>
              <a:t>任务可追溯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310128" y="382219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依赖图 + 审计日志 + 制品归档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完整链路，每步操作均有记录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26480" y="3273552"/>
            <a:ext cx="2743200" cy="1508760"/>
          </a:xfrm>
          <a:prstGeom prst="rect">
            <a:avLst/>
          </a:prstGeom>
          <a:solidFill>
            <a:srgbClr val="1A2E42"/>
          </a:solidFill>
          <a:ln w="19050">
            <a:solidFill>
              <a:srgbClr val="90E0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3273552"/>
            <a:ext cx="2743200" cy="4572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36208" y="3364992"/>
            <a:ext cx="402336" cy="402336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06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0840" y="3383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E0EF"/>
                </a:solidFill>
              </a:rPr>
              <a:t>状态实时同步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236208" y="382219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SSE 流 + 2s 轮询 + ETag 缓存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兼顾实时性与带宽效率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EF476F">
              <a:alpha val="1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</a:rPr>
              <a:t>RAG 知识召回  →  持久化任务(×5)  →  子任务派生  →  并行协作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8CAE4"/>
                </a:solidFill>
              </a:rPr>
              <a:t>→  后台任务  →  Cron定时调度  →  集成构建  →  知识沉淀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2011680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240280"/>
            <a:ext cx="1188720" cy="1188720"/>
          </a:xfrm>
          <a:prstGeom prst="ellipse">
            <a:avLst/>
          </a:prstGeom>
          <a:solidFill>
            <a:srgbClr val="1A2E42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240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</a:rPr>
              <a:t>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持久化任务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带依赖关系图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2240280"/>
            <a:ext cx="1188720" cy="1188720"/>
          </a:xfrm>
          <a:prstGeom prst="ellipse">
            <a:avLst/>
          </a:prstGeom>
          <a:solidFill>
            <a:srgbClr val="1A2E42"/>
          </a:solidFill>
          <a:ln w="254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0" y="2240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703"/>
                </a:solidFill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56032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并行子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ws-engineer + tester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240280"/>
            <a:ext cx="1188720" cy="1188720"/>
          </a:xfrm>
          <a:prstGeom prst="ellipse">
            <a:avLst/>
          </a:prstGeom>
          <a:solidFill>
            <a:srgbClr val="1A2E42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2240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</a:rPr>
              <a:t>7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66344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单测通过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全部 0 失败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2240280"/>
            <a:ext cx="1188720" cy="1188720"/>
          </a:xfrm>
          <a:prstGeom prst="ellipse">
            <a:avLst/>
          </a:prstGeom>
          <a:solidFill>
            <a:srgbClr val="1A2E42"/>
          </a:solidFill>
          <a:ln w="254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0" y="2240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476F"/>
                </a:solidFill>
              </a:rPr>
              <a:t>5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76656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知识库 chunks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</a:rPr>
              <a:t>新增导入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90A8"/>
                </a:solidFill>
              </a:rPr>
              <a:t>WorkBuddy Agent — 端到端自主任务执行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端到端工作流示例 — 完整任务模拟</dc:title>
  <dc:subject>PptxGenJS Presentation</dc:subject>
  <dc:creator>WorkBuddy Agent</dc:creator>
  <cp:lastModifiedBy>WorkBuddy Agent</cp:lastModifiedBy>
  <cp:revision>1</cp:revision>
  <dcterms:created xsi:type="dcterms:W3CDTF">2026-05-13T05:45:07Z</dcterms:created>
  <dcterms:modified xsi:type="dcterms:W3CDTF">2026-05-13T05:45:07Z</dcterms:modified>
</cp:coreProperties>
</file>